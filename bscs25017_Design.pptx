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ZScript Interpreter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7680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Document  •  A Mini Programming Language Built from Scratch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" y="1600200"/>
            <a:ext cx="2029968" cy="2697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600200"/>
            <a:ext cx="2029968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9184" y="2395728"/>
            <a:ext cx="1645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250545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source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by character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emits Token structs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14016" y="1600200"/>
            <a:ext cx="2029968" cy="2697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14016" y="1600200"/>
            <a:ext cx="2029968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542032" y="2395728"/>
            <a:ext cx="1645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50545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token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builds an AST 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Statement 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600200"/>
            <a:ext cx="2029968" cy="2697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00200"/>
            <a:ext cx="2029968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754880" y="2395728"/>
            <a:ext cx="1645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50545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AST and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/ evaluate()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virtual dispatch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39712" y="1600200"/>
            <a:ext cx="2029968" cy="2697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39712" y="1600200"/>
            <a:ext cx="2029968" cy="6400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67728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967728" y="2395728"/>
            <a:ext cx="1645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2505456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variables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arrays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pointer chain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902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   if (x &lt; y) { print("y is bigger"); }   while (x &gt; 0) { x = x - 1; 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Hierarchies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every subclass overrides the same virtual method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606040" cy="3337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60604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240280" cy="457200"/>
          </a:xfrm>
          <a:prstGeom prst="rect">
            <a:avLst/>
          </a:prstGeom>
          <a:solidFill>
            <a:srgbClr val="E8E8E8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81328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(base)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39696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1956816"/>
            <a:ext cx="27432" cy="182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79776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98064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615184"/>
            <a:ext cx="27432" cy="182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38144"/>
            <a:ext cx="22402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56432"/>
            <a:ext cx="2203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3273552"/>
            <a:ext cx="27432" cy="18288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024128"/>
            <a:ext cx="2606040" cy="3337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24128"/>
            <a:ext cx="260604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042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1568" y="1444752"/>
            <a:ext cx="2286000" cy="384048"/>
          </a:xfrm>
          <a:prstGeom prst="rect">
            <a:avLst/>
          </a:prstGeom>
          <a:solidFill>
            <a:srgbClr val="E8E8E8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9856" y="146304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  (base)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1920240"/>
            <a:ext cx="22860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19385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NumberLiteral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01568" y="2395728"/>
            <a:ext cx="22860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241401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StringLiteral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871216"/>
            <a:ext cx="22860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88950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BooleanLiteral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3346704"/>
            <a:ext cx="22860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336499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VariableExpr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01568" y="3822192"/>
            <a:ext cx="22860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38404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BinaryExpr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1024128"/>
            <a:ext cx="2606040" cy="33375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1024128"/>
            <a:ext cx="260604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042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19088" y="1444752"/>
            <a:ext cx="2286000" cy="347472"/>
          </a:xfrm>
          <a:prstGeom prst="rect">
            <a:avLst/>
          </a:prstGeom>
          <a:solidFill>
            <a:srgbClr val="E8E8E8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146304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 (base)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19088" y="1883664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190195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PrintStmt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19088" y="2322576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LetStmt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19088" y="2761488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277977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AssignStmt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19088" y="3200400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37376" y="321868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IfStmt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19088" y="3639312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65760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WhileStmt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19088" y="4078224"/>
            <a:ext cx="22860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4096512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BlockStmt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28600" y="4498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to_string()  is_truthy()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91840" y="4498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evaluate(Environment&amp;)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9360" y="4498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execute(Environment&amp;)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 •  Lexer  •  Parser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classes that power the interpreter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9319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names[50]: 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values[50]: Value*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432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count: int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761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parent: Environment*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419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define(name, value)   → new binding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assign(name, value)   → walk up + update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lookup(name)          → walk up + read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407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create_child()        → new child scope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6268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Chain: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48097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Env  (parent=null)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48097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Child Env  (parent=Global)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" y="48097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 Child Env  (parent=Child)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25196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05840"/>
            <a:ext cx="425196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73168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string    current, line: int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755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tokens[100]: Token    token_count: 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2066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tokenize()    scan_next()    advance()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    is_at_end()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07792"/>
            <a:ext cx="4251960" cy="749808"/>
          </a:xfrm>
          <a:prstGeom prst="rect">
            <a:avLst/>
          </a:prstGeom>
          <a:solidFill>
            <a:srgbClr val="EEEEEE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0175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 { TokenType type,  string lexeme,  int line 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822192"/>
            <a:ext cx="425196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822192"/>
            <a:ext cx="425196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73168" y="42245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parse()  parse_statement()  parse_let()  parse_if()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parse_while()  parse_block()  parse_expression()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  —  Steps 1 · 2 ·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→  Lexer  →  Token Array  →  Parser  →  AST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023360" cy="1417320"/>
          </a:xfrm>
          <a:prstGeom prst="rect">
            <a:avLst/>
          </a:prstGeom>
          <a:solidFill>
            <a:srgbClr val="EEEEEE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33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ZScript Source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517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20;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&lt; y) { print("y is bigger"); 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56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(x &gt; 0) { x = x - 1; 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1664208"/>
            <a:ext cx="502920" cy="3657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544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1005840"/>
            <a:ext cx="3931920" cy="1417320"/>
          </a:xfrm>
          <a:prstGeom prst="rect">
            <a:avLst/>
          </a:prstGeom>
          <a:solidFill>
            <a:srgbClr val="EEEEEE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1033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Array (partial)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02352" y="12984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tokens[0]  LET         "let"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02352" y="1517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tokens[1]  IDENTIFIER  "x"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102352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tokens[2]  EQUAL       "="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02352" y="19568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tokens[3]  NUMBER      "10"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02352" y="2176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tokens[4]  SEMICOLON   ";"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523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Parser builds the AST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2852928"/>
            <a:ext cx="8686800" cy="199339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52928"/>
            <a:ext cx="868680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712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Syntax Tree  (linked list of Statement* nodes)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735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LetStmt("x", NumberLiteral(10))   →   LetStmt("y", NumberLiteral(20))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IfStmt( BinaryExpr(Variable(x) &lt; Variable(y)),  BlockStmt{ PrintStmt(StringLiteral("y is bigger")) } 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0416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WhileStmt( BinaryExpr(Variable(x) &gt; NumberLiteral(0)),  BlockStmt{ AssignStmt("x", BinaryExpr(x - 1)) } 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42569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PrintStmt( VariableExpr("x") )   →   nullptr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  —  Steps 4 · 5 ·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loop  →  LetStatement  →  IfStatement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171907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6052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Interpreter Loop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408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global_env;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322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Statement* cur = program;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856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(cur != nullptr)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0802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cur-&gt;execute(global_env); // virtual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304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 = cur-&gt;next;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25283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60520" cy="171907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416052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024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LetStatement::execute()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73752" y="14081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NumberLiteral → NumberValue(10)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16322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Value* val =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73752" y="1856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initializer-&gt;evaluate(env);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20802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env.define(name, val);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2304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3752" y="25283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After both let statements: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names[0]="x"  values[0]=10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9763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names[1]="y"  values[1]=20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8686800" cy="202996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34640"/>
            <a:ext cx="868680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852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IfStatement::execute()  →  prints  "y is bigger"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7472" y="32369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Value* result = condition-&gt;evaluate(env);  // BinaryExpr: 10 &lt; 20 → BooleanValue(true)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3547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(result-&gt;is_truthy())                   // virtual dispatch on BooleanValue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858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then_branch-&gt;execute(env);             // BlockStmt creates child scope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169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PrintStmt evaluates StringLiteral("y is bigger")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val-&gt;to_string() → "y is bigger"  →  cout output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84848" y="4645152"/>
            <a:ext cx="2103120" cy="347472"/>
          </a:xfrm>
          <a:prstGeom prst="rect">
            <a:avLst/>
          </a:prstGeom>
          <a:solidFill>
            <a:srgbClr val="EEEEE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46817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"y is bigger"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Flow  —  Steps 7 · 8 · 9  +  OOP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WhileStatement  →  Final Print  →  Program ends  →  Polymorphism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5257800" cy="157276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25780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WhileStatement::execute()  (10 iterations)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08176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623060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Value* r = condition-&gt;evaluate(env); // x &gt;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837944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(!r-&gt;is_truthy()) break;          // 0&gt;0 → false → exit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052828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body-&gt;execute(env);                  // AssignStmt: x = x-1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67712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env.assign() walks up to global_env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482596"/>
            <a:ext cx="5029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x: 10→9→8→...→1→0   loop exits at 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15000" y="1005840"/>
            <a:ext cx="3200400" cy="157276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1005840"/>
            <a:ext cx="320040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0241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 &amp; 9 — Print + 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33872" y="1408176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PrintStatement::execute()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33872" y="162306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Value* val =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1837944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expression-&gt;evaluate(env);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33872" y="2052828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VariableExpr(x) → NumberValue(0)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33872" y="2267712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val-&gt;to_string();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33872" y="2482596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cur-&gt;next == nullptr → done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2697480"/>
            <a:ext cx="1389888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73405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 is bigger"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2697480"/>
            <a:ext cx="1536192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88352" y="2734056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"0"  →  done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127248"/>
            <a:ext cx="8686800" cy="18288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127248"/>
            <a:ext cx="868680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4553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Summary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13716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53872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55648" y="35387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NumberValue → Value   |   IfStmt → Statement   |   BinaryExpr → Expression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877056"/>
            <a:ext cx="13716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88620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55648" y="38862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 + evaluate() called uniformly — vtable dispatches to correct subclass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224528"/>
            <a:ext cx="13716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42336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55648" y="423367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hides names[] + values[] — exposes only define / assign / lookup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572000"/>
            <a:ext cx="1371600" cy="274320"/>
          </a:xfrm>
          <a:prstGeom prst="rect">
            <a:avLst/>
          </a:prstGeom>
          <a:solidFill>
            <a:srgbClr val="E0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4581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55648" y="458114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IfStmt owns Expression* + Statement*   |   BinaryExpr owns two Expression* children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910328"/>
            <a:ext cx="8641080" cy="182880"/>
          </a:xfrm>
          <a:prstGeom prst="rect">
            <a:avLst/>
          </a:prstGeom>
          <a:solidFill>
            <a:srgbClr val="EEEEEE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4928616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virtual dispatch calls fired during one complete run  —  zero if-else type checks anywhere in the interpreter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ZScript Interpreter</dc:title>
  <dc:subject>PptxGenJS Presentation</dc:subject>
  <dc:creator>PptxGenJS</dc:creator>
  <cp:lastModifiedBy>PptxGenJS</cp:lastModifiedBy>
  <cp:revision>1</cp:revision>
  <dcterms:created xsi:type="dcterms:W3CDTF">2026-05-10T16:00:20Z</dcterms:created>
  <dcterms:modified xsi:type="dcterms:W3CDTF">2026-05-10T16:00:20Z</dcterms:modified>
</cp:coreProperties>
</file>